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4106D7-0E29-405B-8FE9-B32F73A11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0A4A99E-0A6B-4816-AEA3-F66193F6A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A3B477E-FB98-4F33-822F-2FDDFC4D3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F4B6DEF-ED5F-4E0C-8B3D-D35F909F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37E933-2505-4E8B-A314-115A273FF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553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722C12-5BD2-46CB-AAF3-C6BCB7B1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5F58CA-60C5-44C3-B46C-BE3A36F47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02D5849-FEE9-4C12-BFFD-DDBC3267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DB29448-03C9-4E5B-AA1C-99D8C871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10BF5D-2386-432B-937A-C20CA5E4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495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3706CC-9483-4926-B861-158B3D2B9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0BE5A7E-6BE8-42F5-AC4C-D8F6AD56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2E03A6-CEE7-4345-A7F3-2075350C3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3B8629-9C32-4033-B246-1037F019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AE633A2-407F-4EA9-A372-D17E602BA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145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C78623-0615-4391-82C0-55807C25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27E48A-E62B-4548-877D-F70C84832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A696124-116C-4BE7-8CAD-0FE1522F2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FEC9C7D-8750-4D11-8D4C-FB75B9DB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9635157-6BE7-4936-963E-6D742E1E5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DE8AC09-1BAD-4966-A0A3-055E808D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484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7FE6CD-6B5C-4A79-9D75-5BDBDD67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318A523-1E21-4C0F-93F7-757F1D3AA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B99D24B-D813-457E-85D7-C1CB4FB9E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335F5FF-5D93-4CCC-ACCC-D4CF0AD9C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5118A6A-BF92-4B90-9381-19F612F1D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61B8354-6D32-4048-95D0-6F9F26BA2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9A83107-25C0-41D1-A134-13350D63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893532F-E12E-45FD-A5B0-8DEA896D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872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A629EC-37B6-42C3-8308-3DC75187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D5BD788-EE16-4E36-BA7C-0A001810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AE6325E-18EC-48BB-A690-85AD1A21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9A4F44E-E976-4F4A-BBEF-6E2F1937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05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441BA75-D8EA-4AC2-92DF-7FFA6D409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CDC226B-B799-4236-8AC6-CA65AD990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9414794-FAF0-4CC6-BCEA-D55711B8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82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96F6F7-28F3-47AA-956A-A307FBD3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381D08-6B23-461E-968F-A9029DDFB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7BE2FAE-41A9-413A-8E38-A79D7EB04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B24D9B9-710A-4C6C-A618-33DBAD01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F782FC4-5CD8-44F2-98E1-48AACE32B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A41D8F4-368B-4E96-B06B-1C4E29A9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583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CB79DC-98C7-40F4-A6CB-6F943610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0213A25-42BB-4949-8A83-388A3E732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4F2639C-36DB-4AC9-9361-E919CA5AE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2480F49-D552-415E-869C-ADFAE7BE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D1E5FED-1D90-4CB7-B9D6-855AC6E6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D64AA5C-0197-4DFF-8432-EE8D3F55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912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5AE807-6E72-425C-8E35-8B1AAF34C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8A6D3A5-7AB3-45CE-AC33-9CEFB9CC3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9BAB3B8-1ADA-499D-99E8-114D707B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D9B7DE-D71D-4883-9C33-5889AAF0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DAA6B28-9610-4ED7-BB99-CFD8AC41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942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A47BD73-8A84-41F0-987C-2DA36B4BB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9FE460B-B24C-4408-8033-11AEA3D43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45784C7-28BC-4167-92BA-E8A1BF8D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30C308-24C5-4043-A3B4-BDBC22B9D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2324789-F149-43BD-A385-BB64D174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740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E0A5127-0274-4195-92E3-C669AFAA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C53E69A-1A09-4EED-B6AE-14B491D9D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499D8D0-1415-4403-8BEA-D6395BAEA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F8D75-A7CA-4843-B7BE-6BF952FE0A01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141679C-A8F4-4005-B85E-260EEB380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3B9EEE8-8980-4F75-A586-C883E029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1CEE0-A5C7-4559-B9C7-8878DCA2A2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319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A6960DB7-A62F-43F5-8683-213B1831B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4639" cy="6858000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1674C979-F8FC-4D7A-8AD7-D518CA0F4E10}"/>
              </a:ext>
            </a:extLst>
          </p:cNvPr>
          <p:cNvSpPr txBox="1"/>
          <p:nvPr/>
        </p:nvSpPr>
        <p:spPr>
          <a:xfrm>
            <a:off x="367861" y="73572"/>
            <a:ext cx="1124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Menüsáv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B72A58C-6DBB-444E-A121-7D832B9A8BE1}"/>
              </a:ext>
            </a:extLst>
          </p:cNvPr>
          <p:cNvSpPr txBox="1"/>
          <p:nvPr/>
        </p:nvSpPr>
        <p:spPr>
          <a:xfrm>
            <a:off x="746234" y="956442"/>
            <a:ext cx="1776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 err="1">
                <a:solidFill>
                  <a:srgbClr val="FF0000"/>
                </a:solidFill>
              </a:rPr>
              <a:t>Carousel</a:t>
            </a:r>
            <a:endParaRPr lang="hu-HU" sz="2400" b="1" dirty="0">
              <a:solidFill>
                <a:srgbClr val="FF0000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F90785D-B006-4625-B4E9-3F7D59BDEAD7}"/>
              </a:ext>
            </a:extLst>
          </p:cNvPr>
          <p:cNvSpPr txBox="1"/>
          <p:nvPr/>
        </p:nvSpPr>
        <p:spPr>
          <a:xfrm>
            <a:off x="2123090" y="4771697"/>
            <a:ext cx="2110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FF0000"/>
                </a:solidFill>
              </a:rPr>
              <a:t>Rólunk kártyán</a:t>
            </a:r>
          </a:p>
        </p:txBody>
      </p:sp>
    </p:spTree>
    <p:extLst>
      <p:ext uri="{BB962C8B-B14F-4D97-AF65-F5344CB8AC3E}">
        <p14:creationId xmlns:p14="http://schemas.microsoft.com/office/powerpoint/2010/main" val="221949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A463095B-8241-4ADF-AC5C-1091FF6DE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50" y="0"/>
            <a:ext cx="10606300" cy="6858000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DEF108B2-A15F-4F70-A925-371991EE81B6}"/>
              </a:ext>
            </a:extLst>
          </p:cNvPr>
          <p:cNvSpPr txBox="1"/>
          <p:nvPr/>
        </p:nvSpPr>
        <p:spPr>
          <a:xfrm>
            <a:off x="178676" y="294289"/>
            <a:ext cx="55058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>
                <a:solidFill>
                  <a:srgbClr val="FF0000"/>
                </a:solidFill>
              </a:rPr>
              <a:t>Szolgáltatásaink és Ügyfeleink mondták kártyákon</a:t>
            </a:r>
          </a:p>
          <a:p>
            <a:r>
              <a:rPr lang="hu-HU" sz="2000" b="1" dirty="0">
                <a:solidFill>
                  <a:srgbClr val="FF0000"/>
                </a:solidFill>
              </a:rPr>
              <a:t>animációval</a:t>
            </a:r>
          </a:p>
        </p:txBody>
      </p:sp>
    </p:spTree>
    <p:extLst>
      <p:ext uri="{BB962C8B-B14F-4D97-AF65-F5344CB8AC3E}">
        <p14:creationId xmlns:p14="http://schemas.microsoft.com/office/powerpoint/2010/main" val="414122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1181C78E-0215-409F-961E-CC70EB442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6" y="70969"/>
            <a:ext cx="12050807" cy="6716062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6F273595-8351-4BB6-BD09-F5FA1F39874B}"/>
              </a:ext>
            </a:extLst>
          </p:cNvPr>
          <p:cNvSpPr txBox="1"/>
          <p:nvPr/>
        </p:nvSpPr>
        <p:spPr>
          <a:xfrm>
            <a:off x="714704" y="5076496"/>
            <a:ext cx="1127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>
                <a:solidFill>
                  <a:srgbClr val="FF0000"/>
                </a:solidFill>
              </a:rPr>
              <a:t>Lábléc</a:t>
            </a:r>
            <a:endParaRPr lang="hu-H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59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8F9DE760-B3BC-4BAE-AD15-44A38B7BE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098" y="0"/>
            <a:ext cx="5641803" cy="6858000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E457E5F2-9AC8-424E-8630-018C1F5C6A5A}"/>
              </a:ext>
            </a:extLst>
          </p:cNvPr>
          <p:cNvSpPr txBox="1"/>
          <p:nvPr/>
        </p:nvSpPr>
        <p:spPr>
          <a:xfrm>
            <a:off x="3710152" y="451945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>
                <a:solidFill>
                  <a:srgbClr val="FF0000"/>
                </a:solidFill>
              </a:rPr>
              <a:t>Űrlap</a:t>
            </a:r>
          </a:p>
        </p:txBody>
      </p:sp>
    </p:spTree>
    <p:extLst>
      <p:ext uri="{BB962C8B-B14F-4D97-AF65-F5344CB8AC3E}">
        <p14:creationId xmlns:p14="http://schemas.microsoft.com/office/powerpoint/2010/main" val="1626108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Szélesvásznú</PresentationFormat>
  <Paragraphs>7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Szűcs Laura</dc:creator>
  <cp:lastModifiedBy>Szűcs Laura</cp:lastModifiedBy>
  <cp:revision>2</cp:revision>
  <dcterms:created xsi:type="dcterms:W3CDTF">2026-09-25T11:17:28Z</dcterms:created>
  <dcterms:modified xsi:type="dcterms:W3CDTF">2026-09-25T11:20:29Z</dcterms:modified>
</cp:coreProperties>
</file>